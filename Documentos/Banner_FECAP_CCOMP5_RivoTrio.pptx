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Calibri" panose="020F0502020204030204" pitchFamily="34" charset="0"/>
      <p:regular r:id="rId4"/>
      <p:bold r:id="rId5"/>
      <p:italic r:id="rId6"/>
      <p:boldItalic r:id="rId7"/>
    </p:embeddedFont>
    <p:embeddedFont>
      <p:font typeface="Open Sans" panose="020B0604020202020204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2" roundtripDataSignature="AMtx7miHexfJ4GjhJ20xDvwvs2ulWXUQ1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" d="100"/>
          <a:sy n="11" d="100"/>
        </p:scale>
        <p:origin x="2448" y="-156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4" y="13184455"/>
            <a:ext cx="20464108" cy="13034121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9234980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lang="en-US" sz="4762" b="1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1119" cy="14305961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lang="en-US" sz="5077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-1" y="4480359"/>
            <a:ext cx="288138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lang="en-US" sz="11434" b="1">
                <a:latin typeface="Open Sans"/>
                <a:ea typeface="Open Sans"/>
                <a:cs typeface="Open Sans"/>
                <a:sym typeface="Open Sans"/>
              </a:rPr>
              <a:t>TÉCNOLOGIAS EMPÁTICAS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1068200" y="6484775"/>
            <a:ext cx="26664000" cy="1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>
                <a:latin typeface="Open Sans"/>
                <a:ea typeface="Open Sans"/>
                <a:cs typeface="Open Sans"/>
                <a:sym typeface="Open Sans"/>
              </a:rPr>
              <a:t>Dante Santoma, Gabriel Davanço, Guilherme Melo, Ricardo Tetsuya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Marcos Minoru 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Rafael Rossetti 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Rodnil Lisboa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Rodrigo da Rosa, Victor Rosetti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15966975" y="31719851"/>
            <a:ext cx="11400000" cy="6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YOUTUBE, EDJE ELETRONICS. Computer Vision Explained Simply. Disponível em: https://www.youtube.com/watch?v=r0RspiLG260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. Acesso em: 27 março 2026.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3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APACHE SOFTWARE FOUNDATION. Apache ECharts Documentation – Getting Started. Disponível em: https://echarts.apache.org/handbook/en/get-started/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. Acesso em: 3 maio 2026.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1595875" y="31719850"/>
            <a:ext cx="12562800" cy="7370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sistema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combina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tecnologias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web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modernas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com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processamento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Python para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reconhecimento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dos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alimentos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43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6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React +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Vite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6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Python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6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Label Studio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Apache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Echarts</a:t>
            </a:r>
            <a:endParaRPr lang="en-US"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 dirty="0"/>
              <a:t>O </a:t>
            </a:r>
            <a:r>
              <a:rPr lang="en-US" sz="3400" dirty="0" err="1"/>
              <a:t>uso</a:t>
            </a:r>
            <a:r>
              <a:rPr lang="en-US" sz="3400" dirty="0"/>
              <a:t> de ferramentas de </a:t>
            </a:r>
            <a:r>
              <a:rPr lang="en-US" sz="3400" dirty="0" err="1"/>
              <a:t>anotação</a:t>
            </a:r>
            <a:r>
              <a:rPr lang="en-US" sz="3400" dirty="0"/>
              <a:t> e </a:t>
            </a:r>
            <a:r>
              <a:rPr lang="en-US" sz="3400" dirty="0" err="1"/>
              <a:t>visualização</a:t>
            </a:r>
            <a:r>
              <a:rPr lang="en-US" sz="3400" dirty="0"/>
              <a:t> </a:t>
            </a:r>
            <a:r>
              <a:rPr lang="en-US" sz="3400" dirty="0" err="1"/>
              <a:t>permite</a:t>
            </a:r>
            <a:r>
              <a:rPr lang="en-US" sz="3400" dirty="0"/>
              <a:t> </a:t>
            </a:r>
            <a:r>
              <a:rPr lang="en-US" sz="3400" dirty="0" err="1"/>
              <a:t>treinar</a:t>
            </a:r>
            <a:r>
              <a:rPr lang="en-US" sz="3400" dirty="0"/>
              <a:t> </a:t>
            </a:r>
            <a:r>
              <a:rPr lang="en-US" sz="3400" dirty="0" err="1"/>
              <a:t>modelos</a:t>
            </a:r>
            <a:r>
              <a:rPr lang="en-US" sz="3400" dirty="0"/>
              <a:t> de </a:t>
            </a:r>
            <a:r>
              <a:rPr lang="en-US" sz="3400" dirty="0" err="1"/>
              <a:t>visão</a:t>
            </a:r>
            <a:r>
              <a:rPr lang="en-US" sz="3400" dirty="0"/>
              <a:t> </a:t>
            </a:r>
            <a:r>
              <a:rPr lang="en-US" sz="3400" dirty="0" err="1"/>
              <a:t>computacional</a:t>
            </a:r>
            <a:r>
              <a:rPr lang="en-US" sz="3400" dirty="0"/>
              <a:t> e </a:t>
            </a:r>
            <a:r>
              <a:rPr lang="en-US" sz="3400" dirty="0" err="1"/>
              <a:t>transformar</a:t>
            </a:r>
            <a:r>
              <a:rPr lang="en-US" sz="3400" dirty="0"/>
              <a:t> </a:t>
            </a:r>
            <a:r>
              <a:rPr lang="en-US" sz="3400" dirty="0" err="1"/>
              <a:t>os</a:t>
            </a:r>
            <a:r>
              <a:rPr lang="en-US" sz="3400" dirty="0"/>
              <a:t> dados </a:t>
            </a:r>
            <a:r>
              <a:rPr lang="en-US" sz="3400" dirty="0" err="1"/>
              <a:t>coletados</a:t>
            </a:r>
            <a:r>
              <a:rPr lang="en-US" sz="3400" dirty="0"/>
              <a:t> </a:t>
            </a:r>
            <a:r>
              <a:rPr lang="en-US" sz="3400" dirty="0" err="1"/>
              <a:t>em</a:t>
            </a:r>
            <a:r>
              <a:rPr lang="en-US" sz="3400" dirty="0"/>
              <a:t> dashboards claros e </a:t>
            </a:r>
            <a:r>
              <a:rPr lang="en-US" sz="3400" dirty="0" err="1"/>
              <a:t>acessíveis</a:t>
            </a:r>
            <a:r>
              <a:rPr lang="en-US" sz="3400" dirty="0"/>
              <a:t> </a:t>
            </a:r>
            <a:r>
              <a:rPr lang="en-US" sz="3400" dirty="0" err="1"/>
              <a:t>em</a:t>
            </a:r>
            <a:r>
              <a:rPr lang="en-US" sz="3400" dirty="0"/>
              <a:t> tempo real.</a:t>
            </a:r>
            <a:endParaRPr sz="3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1570045" y="10662612"/>
            <a:ext cx="12562800" cy="82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iniciativa de extensão Lideranças Empáticas atua em larga escala na arrecadação de alimentos, envolvendo diversos grupos e colaboradores.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Atualmente, a contagem e o registro das doações são feitos manualmente, o que torna o processo lento e sujeito a erros. Em cenários com grande volume, isso pode gerar inconsistências nos dados e dificultar o controle e a análise das arrecadações.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Estimativas indicam que processos manuais podem apresentar taxas de erro entre 5% e 15%, além de limitar a eficiência e a escalabilidade das operações.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70066" y="21125709"/>
            <a:ext cx="12562800" cy="79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 proposta desta iniciativa é implementar um sistema de visão computacional capaz de automatizar o reconhecimento e a contagem de alimentos não perecíveis em tempo real.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sistema será integrado a uma plataforma digital que permitirá: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registro automatizado das doações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organização de grupos de alunos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O foco é transformar um processo manual e demorado em um fluxo automatizado, rápido e confiável, permitindo que a equipe foque mais na ação social do que na operação</a:t>
            </a:r>
            <a:r>
              <a:rPr lang="en-US" sz="343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3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5588691" y="11277767"/>
            <a:ext cx="11904300" cy="57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Com a adoção da solução, espera-se: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redução de até 70% no tempo de contagem dos alimentos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diminuição significativa de erros humanos (podendo cair para menos de 2%)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maior controle e rastreabilidade das doações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acesso a dashboards em tempo real para melhor visualização de dados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714839" y="23464385"/>
            <a:ext cx="11652000" cy="27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Além disso, a digitalização do processo permite maior transparência e engajamento, especialmente entre os grupos de alunos, que passam a acompanhar seu desempenho de forma clara e imediata.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5714839" y="18849485"/>
            <a:ext cx="11652000" cy="5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IMAGEM DO DASHBOARD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132;p1">
            <a:extLst>
              <a:ext uri="{FF2B5EF4-FFF2-40B4-BE49-F238E27FC236}">
                <a16:creationId xmlns:a16="http://schemas.microsoft.com/office/drawing/2014/main" id="{D53676BF-8D3D-42A4-A237-71F88B32B918}"/>
              </a:ext>
            </a:extLst>
          </p:cNvPr>
          <p:cNvSpPr txBox="1"/>
          <p:nvPr/>
        </p:nvSpPr>
        <p:spPr>
          <a:xfrm>
            <a:off x="6696775" y="33933483"/>
            <a:ext cx="6438540" cy="2197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FastApi</a:t>
            </a:r>
            <a:endParaRPr lang="pt-BR" sz="3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SQLAlchemy</a:t>
            </a:r>
            <a:endParaRPr lang="pt-BR" sz="3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00" dirty="0"/>
              <a:t>Docker</a:t>
            </a:r>
            <a:endParaRPr sz="3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435</Words>
  <Application>Microsoft Office PowerPoint</Application>
  <PresentationFormat>Personalizar</PresentationFormat>
  <Paragraphs>41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Calibri</vt:lpstr>
      <vt:lpstr>Arial</vt:lpstr>
      <vt:lpstr>Open Sans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Ricardo Liyudi Tetsuya</cp:lastModifiedBy>
  <cp:revision>1</cp:revision>
  <dcterms:created xsi:type="dcterms:W3CDTF">2006-08-16T00:00:00Z</dcterms:created>
  <dcterms:modified xsi:type="dcterms:W3CDTF">2026-05-04T21:39:46Z</dcterms:modified>
</cp:coreProperties>
</file>