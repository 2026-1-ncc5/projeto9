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" roundtripDataSignature="AMtx7miHexfJ4GjhJ20xDvwvs2ulWXUQ1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1866" y="-618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4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4" y="13184455"/>
            <a:ext cx="20464108" cy="13034121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1119" cy="14305961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480359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 dirty="0">
                <a:latin typeface="Open Sans"/>
                <a:ea typeface="Open Sans"/>
                <a:cs typeface="Open Sans"/>
                <a:sym typeface="Open Sans"/>
              </a:rPr>
              <a:t>TECNOLOGIAS EMPÁTICAS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1068200" y="6484775"/>
            <a:ext cx="26664000" cy="1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Dante Santoma, Gabriel Davanço, Guilherme Melo, Ricardo Tetsuya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Marcos Minoru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Rafael Rossetti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Rodnil Lisboa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Rodrigo da Rosa, Victor Rosetti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15966975" y="31605551"/>
            <a:ext cx="11400000" cy="5911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lnSpc>
                <a:spcPct val="140000"/>
              </a:lnSpc>
              <a:buSzPts val="3430"/>
              <a:buFont typeface="Arial" panose="020B0604020202020204" pitchFamily="34" charset="0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SCIENCEDIRECT. Computer vision and machine learning approaches for inventory management optimization. Elsevier, 2024.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Disponível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: https://sl1nk.com/byznvly. Acesso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: 11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maio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2026.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EFACT VISION AI. Soluções de visão computacional para indústria. 2025. Disponível em: https://visionai.efact.com.br. Acesso em: 11 maio 2026.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95875" y="31719850"/>
            <a:ext cx="12562800" cy="7370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combina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tecnologias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modernas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processamento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visão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computacional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com Python para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reconhecimento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dos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alimentos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React +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Vite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Python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Label Studio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Apache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Echarts</a:t>
            </a:r>
            <a:endParaRPr lang="en-US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dirty="0"/>
              <a:t>O </a:t>
            </a:r>
            <a:r>
              <a:rPr lang="en-US" sz="3400" dirty="0" err="1"/>
              <a:t>uso</a:t>
            </a:r>
            <a:r>
              <a:rPr lang="en-US" sz="3400" dirty="0"/>
              <a:t> de ferramentas de </a:t>
            </a:r>
            <a:r>
              <a:rPr lang="en-US" sz="3400" dirty="0" err="1"/>
              <a:t>anotação</a:t>
            </a:r>
            <a:r>
              <a:rPr lang="en-US" sz="3400" dirty="0"/>
              <a:t> e </a:t>
            </a:r>
            <a:r>
              <a:rPr lang="en-US" sz="3400" dirty="0" err="1"/>
              <a:t>visualização</a:t>
            </a:r>
            <a:r>
              <a:rPr lang="en-US" sz="3400" dirty="0"/>
              <a:t> </a:t>
            </a:r>
            <a:r>
              <a:rPr lang="en-US" sz="3400" dirty="0" err="1"/>
              <a:t>permite</a:t>
            </a:r>
            <a:r>
              <a:rPr lang="en-US" sz="3400" dirty="0"/>
              <a:t> </a:t>
            </a:r>
            <a:r>
              <a:rPr lang="en-US" sz="3400" dirty="0" err="1"/>
              <a:t>treinar</a:t>
            </a:r>
            <a:r>
              <a:rPr lang="en-US" sz="3400" dirty="0"/>
              <a:t> </a:t>
            </a:r>
            <a:r>
              <a:rPr lang="en-US" sz="3400" dirty="0" err="1"/>
              <a:t>modelos</a:t>
            </a:r>
            <a:r>
              <a:rPr lang="en-US" sz="3400" dirty="0"/>
              <a:t> de </a:t>
            </a:r>
            <a:r>
              <a:rPr lang="en-US" sz="3400" dirty="0" err="1"/>
              <a:t>visão</a:t>
            </a:r>
            <a:r>
              <a:rPr lang="en-US" sz="3400" dirty="0"/>
              <a:t> </a:t>
            </a:r>
            <a:r>
              <a:rPr lang="en-US" sz="3400" dirty="0" err="1"/>
              <a:t>computacional</a:t>
            </a:r>
            <a:r>
              <a:rPr lang="en-US" sz="3400" dirty="0"/>
              <a:t> e </a:t>
            </a:r>
            <a:r>
              <a:rPr lang="en-US" sz="3400" dirty="0" err="1"/>
              <a:t>transformar</a:t>
            </a:r>
            <a:r>
              <a:rPr lang="en-US" sz="3400" dirty="0"/>
              <a:t> </a:t>
            </a:r>
            <a:r>
              <a:rPr lang="en-US" sz="3400" dirty="0" err="1"/>
              <a:t>os</a:t>
            </a:r>
            <a:r>
              <a:rPr lang="en-US" sz="3400" dirty="0"/>
              <a:t> dados </a:t>
            </a:r>
            <a:r>
              <a:rPr lang="en-US" sz="3400" dirty="0" err="1"/>
              <a:t>coletados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dashboards claros e </a:t>
            </a:r>
            <a:r>
              <a:rPr lang="en-US" sz="3400" dirty="0" err="1"/>
              <a:t>acessíveis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tempo real.</a:t>
            </a:r>
            <a:endParaRPr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70045" y="10662612"/>
            <a:ext cx="12562800" cy="76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Processo manual de contagem: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atualmente, o registro das doações é realizado manualmente, tornando o processo mais lento e suscetível a falhas humanas.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Baixa precisão dos dados: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métodos tradicionais de contagem alcançam cerca de 82,5% de precisão, enquanto sistemas com visão computacional podem atingir aproximadamente 91%.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Necessidade de modernização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: a automação com visão computacional permite processos mais rápidos, precisos e confiáveis no controle das arrecadações.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66" y="20897109"/>
            <a:ext cx="12562800" cy="960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Implementação de visão computacional</a:t>
            </a: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sistema capaz de reconhecer e contar alimentos não perecíveis em tempo real, com integração com plataforma digital para acompanhamento de doações.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Automatização: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a contagem, antes manual, demorada e sujeita a erros, passa a ser mais prática, rápida e confiável.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Dados: e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studos recentes mostram que sistemas de visão computacional, podem diminuir em até 85% os erros e </a:t>
            </a:r>
            <a:r>
              <a:rPr lang="pt-BR" sz="3430" dirty="0" err="1">
                <a:latin typeface="Open Sans"/>
                <a:ea typeface="Open Sans"/>
                <a:cs typeface="Open Sans"/>
                <a:sym typeface="Open Sans"/>
              </a:rPr>
              <a:t>subcontagem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 e reduzir o tempo de atualização de registro dentre 30-35 minutos, para cerca de 10-12 minutos. Além disso, soluções industriais alcançam precisão de contagem superior a 99%.</a:t>
            </a:r>
            <a:endParaRPr lang="pt-BR" sz="3430" b="1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endParaRPr sz="343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588691" y="11277767"/>
            <a:ext cx="11904300" cy="3694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Com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adoção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solução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espera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-se: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Redução do tempo de contagem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Diminuição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significative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erros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humanos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Maior controle e rastreabilidade de doações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dashboards, para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visualização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dados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14839" y="23464385"/>
            <a:ext cx="11652000" cy="295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Embora o projeto ainda esteja em fase de desenvolvimento e validação, espera-se que a aplicação da visão computacional contribua para tornar o processo mais eficiente, organizado e confiável.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132;p1">
            <a:extLst>
              <a:ext uri="{FF2B5EF4-FFF2-40B4-BE49-F238E27FC236}">
                <a16:creationId xmlns:a16="http://schemas.microsoft.com/office/drawing/2014/main" id="{D53676BF-8D3D-42A4-A237-71F88B32B918}"/>
              </a:ext>
            </a:extLst>
          </p:cNvPr>
          <p:cNvSpPr txBox="1"/>
          <p:nvPr/>
        </p:nvSpPr>
        <p:spPr>
          <a:xfrm>
            <a:off x="6696775" y="33933483"/>
            <a:ext cx="6438540" cy="2197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r>
              <a:rPr lang="pt-BR" sz="3430" b="0" i="0" u="none" strike="noStrike" cap="none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   </a:t>
            </a:r>
            <a:r>
              <a:rPr lang="pt-BR" sz="3430" b="0" i="0" u="none" strike="noStrike" cap="none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FastApi</a:t>
            </a:r>
            <a:endParaRPr lang="pt-BR"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  <a:p>
            <a:pPr marR="0" lvl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r>
              <a:rPr lang="pt-BR" sz="3430" b="0" i="0" u="none" strike="noStrike" cap="none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   </a:t>
            </a:r>
            <a:r>
              <a:rPr lang="pt-BR" sz="3430" b="0" i="0" u="none" strike="noStrike" cap="none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SQLAlchemy</a:t>
            </a:r>
            <a:endParaRPr lang="pt-BR"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Docker</a:t>
            </a:r>
            <a:endParaRPr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pic>
        <p:nvPicPr>
          <p:cNvPr id="1026" name="Picture 2" descr="GitHub - lgf196/vite-react-cil: 一个用vite构建的react脚手架（A react scaffold built  with vite） · GitHub">
            <a:extLst>
              <a:ext uri="{FF2B5EF4-FFF2-40B4-BE49-F238E27FC236}">
                <a16:creationId xmlns:a16="http://schemas.microsoft.com/office/drawing/2014/main" id="{3319042A-6658-44D6-9718-45B991357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992" y="34063671"/>
            <a:ext cx="525454" cy="517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D8D6BB-65A2-D22C-3940-37456BF79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1695" y="34792106"/>
            <a:ext cx="525454" cy="52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grate Label Studio with ZenML - Data Annotator Integrations">
            <a:extLst>
              <a:ext uri="{FF2B5EF4-FFF2-40B4-BE49-F238E27FC236}">
                <a16:creationId xmlns:a16="http://schemas.microsoft.com/office/drawing/2014/main" id="{12C91F9D-EC2D-82E1-098A-E593DD4CF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513" y="35525817"/>
            <a:ext cx="590411" cy="590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8" descr="ECharts非官方镜像/echarts">
            <a:extLst>
              <a:ext uri="{FF2B5EF4-FFF2-40B4-BE49-F238E27FC236}">
                <a16:creationId xmlns:a16="http://schemas.microsoft.com/office/drawing/2014/main" id="{0FDEE8A7-9808-EE2C-85C2-4147F01A7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47813" y="214471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34" name="Picture 10" descr="ECharts非官方镜像/echarts">
            <a:extLst>
              <a:ext uri="{FF2B5EF4-FFF2-40B4-BE49-F238E27FC236}">
                <a16:creationId xmlns:a16="http://schemas.microsoft.com/office/drawing/2014/main" id="{AFA30D21-FF7E-68E0-3D26-A942CEF5E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530" y="36312250"/>
            <a:ext cx="460375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ocker - ícones de marcas e logotipos grátis">
            <a:extLst>
              <a:ext uri="{FF2B5EF4-FFF2-40B4-BE49-F238E27FC236}">
                <a16:creationId xmlns:a16="http://schemas.microsoft.com/office/drawing/2014/main" id="{84E458CE-D7AC-5193-F82A-B87EF017A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3989" y="35541799"/>
            <a:ext cx="513418" cy="513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91C4AFA4-C165-6CED-9D5B-FE369B4984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3216" y="34885881"/>
            <a:ext cx="933005" cy="46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Fastapi icon - Free Download PNG &amp; SVG | Streamline">
            <a:extLst>
              <a:ext uri="{FF2B5EF4-FFF2-40B4-BE49-F238E27FC236}">
                <a16:creationId xmlns:a16="http://schemas.microsoft.com/office/drawing/2014/main" id="{1768099F-CC8E-550D-2446-9DC9FF4F0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7944" y="34107257"/>
            <a:ext cx="488975" cy="48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750FC00-4410-F127-0412-1D4C89BF0E3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56201" y="16307447"/>
            <a:ext cx="11769276" cy="54506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426</Words>
  <Application>Microsoft Office PowerPoint</Application>
  <PresentationFormat>Personalizar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Open Sans</vt:lpstr>
      <vt:lpstr>Calibri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Gabriel Davanço 24025899</cp:lastModifiedBy>
  <cp:revision>3</cp:revision>
  <dcterms:created xsi:type="dcterms:W3CDTF">2006-08-16T00:00:00Z</dcterms:created>
  <dcterms:modified xsi:type="dcterms:W3CDTF">2026-05-14T19:23:34Z</dcterms:modified>
</cp:coreProperties>
</file>