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HexfJ4GjhJ20xDvwvs2ulWXUQ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4" y="13184455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480359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TÉCNOLOGIAS EMPÁTICAS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068200" y="6484775"/>
            <a:ext cx="266640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Dante Santoma, Gabriel Davanço, Guilherme Melo, Ricardo Tetsuya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Marcos Minoru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Rafael Rossetti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Rodnil Lisboa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Rodrigo da Rosa, Victor Rosetti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5966975" y="31719851"/>
            <a:ext cx="11400000" cy="6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YOUTUBE, EDJE ELETRONICS. Computer Vision Explained Simply. Disponível em: https://www.youtube.com/watch?v=r0RspiLG260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Acesso em: 27 março 2026.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APACHE SOFTWARE FOUNDATION. Apache ECharts Documentation – Getting Started. Disponível em: https://echarts.apache.org/handbook/en/get-started/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Acesso em: 3 maio 2026.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595875" y="31719850"/>
            <a:ext cx="125628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combina tecnologias web modernas com processamento em Python para o reconhecimento dos alimentos.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React + Vite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Python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6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Label Studio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370297" lvl="1" marL="740593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Apache ECharts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/>
              <a:t>O uso de ferramentas de anotação e visualização permite treinar modelos de visão computacional e transformar os dados coletados em dashboards claros e acessíveis em tempo real.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70045" y="10662612"/>
            <a:ext cx="12562800" cy="8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iniciativa de extensão Lideranças Empáticas atua em larga escala na arrecadação de alimentos, envolvendo diversos grupos e colaboradores.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Atualmente, a contagem e o registro das doações são feitos manualmente, o que torna o processo lento e sujeito a erros. Em cenários com grande volume, isso pode gerar inconsistências nos dados e dificultar o controle e a análise das arrecadações.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Estimativas indicam que processos manuais podem apresentar taxas de erro entre 5% e 15%, além de limitar a eficiência e a escalabilidade das operações.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70066" y="21125709"/>
            <a:ext cx="12562800" cy="7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proposta desta iniciativa é implementar um sistema de visão computacional capaz de automatizar o reconhecimento e a contagem de alimentos não perecíveis em tempo real.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será integrado a uma plataforma digital que permitirá: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registro automatizado das doações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organização de grupos de alunos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foco é transformar um processo manual e demorado em um fluxo automatizado, rápido e confiável, permitindo que a equipe foque mais na ação social do que na operação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588691" y="11277767"/>
            <a:ext cx="11904300" cy="5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a adoção da solução, espera-se: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redução de até 70% no tempo de contagem dos alimentos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diminuição significativa de erros humanos (podendo cair para menos de 2%)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maior controle e rastreabilidade das doações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9144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acesso a dashboards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em tempo real para melhor visualização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14839" y="23464385"/>
            <a:ext cx="11652000" cy="27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Além disso, a digitalização do processo permite maior transparência e engajamento, especialmente entre os grupos de alunos, que passam a acompanhar seu desempenho de forma clara e imediata.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14839" y="18849485"/>
            <a:ext cx="11652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IMAGEM DO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